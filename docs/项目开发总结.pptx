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09728" cy="1554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25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唐宋八大家微信小程序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15568" y="2148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项目开发总结与分享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与陆歆影一起 · 按出生年代 · 品读千古文章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生成日期 2026-07-18   |   协作工具 WorkBuddy（Hy3）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本次分享的七个部分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一、项目概览 —— 8 位文学家、188 首诗词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二、工具与模型 —— 谁在写这段代码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三、方法与问题 —— 踩过的坑与解法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四、版本迭代 —— 从 0 到开源的 10 个版本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五、提示词 —— 与 AI 协作的沟通艺术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六、总结提升 —— 可复用的沉淀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七、彩蛋 —— 开发中的有趣发现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9047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按出生年代排序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9047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 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诗词（诗/词/文）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含原文·赏析·译文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9047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《宗师列传》正片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含上/下集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266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单实例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77240" y="36667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录音跟读 + 回放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暂停·续播·停止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286207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0266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611880" y="36667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检索（名/内容）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模糊匹配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86207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0266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446520" y="36667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+ .gitignore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具备开源条件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074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一句话定位：把“读、学、看、诵”四件事，塞进一个 2MB 主包的小程序里。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&amp;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主要采用的工具与模型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3931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协作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WorkBuddy（Hy3）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全程对话式开发：写代码·查 API·爬数据·打包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小程序载体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微信开发者工具 + 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页面/预览/真机；RecorderManager/InnerAudioContext/video/隐私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脚本运行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3.13（托管）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央视抓取·诗词注入·译文映射·链接校验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语法校验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Node.js 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 --check 校验 JS、统计诗词、校验配置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打包交付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PowerShell Compress-Archive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生成根目录含 app.json 的 zip，附 MD5 回滚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语音合成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微软 edge-tts（早期）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批量范读 MP3（750 句），后因合规降级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 api.cntv.cn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album_id 抓分集直链，规避搜索页 403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 + GitHub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本地提交·README·准备开源分享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贯穿全程的核心方法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544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4813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分包架构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21214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主包留轻量页，详情+音频入分包，主包 1.08MB→0.07MB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15544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13" name="Text 11"/>
          <p:cNvSpPr/>
          <p:nvPr/>
        </p:nvSpPr>
        <p:spPr>
          <a:xfrm>
            <a:off x="286207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14813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62072" y="21214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诗人/诗词集中配置，页面只渲染，增诗不改逻辑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15544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4813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合规降级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9472" y="21214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个人号无插件 → 范读降级录音自评 + 协议页兜底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6872" y="15544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23" name="Text 21"/>
          <p:cNvSpPr/>
          <p:nvPr/>
        </p:nvSpPr>
        <p:spPr>
          <a:xfrm>
            <a:off x="697687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14813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单实例状态机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76872" y="21214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单个播放器 + 三态，从根本杜绝声音重叠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2971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1546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30815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函数式事件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4672" y="37216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RecorderManager 事件必须 onX(cb)，属性赋值真机失效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97480" y="2971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62072" y="31546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33" name="Text 31"/>
          <p:cNvSpPr/>
          <p:nvPr/>
        </p:nvSpPr>
        <p:spPr>
          <a:xfrm>
            <a:off x="286207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474720" y="30815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 UI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862072" y="37216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回放即置 playing，按钮即时切换防连点叠加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971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1546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32120" y="30815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脚本注入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919472" y="37216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批量注入译文/诗词，校验后删脚本保整洁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12280" y="2971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76872" y="3154680"/>
            <a:ext cx="502920" cy="502920"/>
          </a:xfrm>
          <a:prstGeom prst="ellipse">
            <a:avLst/>
          </a:prstGeom>
          <a:solidFill>
            <a:srgbClr val="7A1F1F"/>
          </a:solidFill>
          <a:ln/>
        </p:spPr>
      </p:sp>
      <p:sp>
        <p:nvSpPr>
          <p:cNvPr id="43" name="Text 41"/>
          <p:cNvSpPr/>
          <p:nvPr/>
        </p:nvSpPr>
        <p:spPr>
          <a:xfrm>
            <a:off x="697687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589520" y="30815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交付带 MD5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976872" y="372160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每版 zip 记摘要 + 导入说明，便于回滚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PROBLEMS → FIXES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碰到的问题与解决办法（节选）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问题现象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解决办法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真机“未捕获到录音”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隐私回调递归调用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同意后直接 resolve()，不再递归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跟读无“停止”按钮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授权嵌套异步，success 不回调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点击即切换并直接 start()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停止后仍“未捕获”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RecorderManager 事件属性赋值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改为 onStop(cb) 函数调用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视频链接外部 403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搜索页无直链、防盗链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专辑接口抓正片 tv.cctv.com 直链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连点回放声音重叠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 new 实例不回收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单实例 + 销毁回收，按钮切“停止”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回放不能续播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stop() 清零进度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区分 pause()/resume() 三态管理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版本迭代主线：四个阶段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1580" y="1143000"/>
            <a:ext cx="640080" cy="640080"/>
          </a:xfrm>
          <a:prstGeom prst="ellipse">
            <a:avLst/>
          </a:prstGeom>
          <a:solidFill>
            <a:srgbClr val="7A1F1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15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基础与合规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24231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初始版（分包架构）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审核版（移除语音）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跟读版（恢复录音）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96312" y="26517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79192" y="14630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2132" y="1143000"/>
            <a:ext cx="640080" cy="640080"/>
          </a:xfrm>
          <a:prstGeom prst="ellipse">
            <a:avLst/>
          </a:prstGeom>
          <a:solidFill>
            <a:srgbClr val="7A1F1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2132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79192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真机打磨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24231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跟读修复链（三连修）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三项功能版（译文+搜索）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26864" y="26517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9744" y="14630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72684" y="1143000"/>
            <a:ext cx="640080" cy="640080"/>
          </a:xfrm>
          <a:prstGeom prst="ellipse">
            <a:avLst/>
          </a:prstGeom>
          <a:solidFill>
            <a:srgbClr val="7A1F1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2684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9744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内容与视频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10912" y="24231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视频版（央视入口）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多集版（上/下集）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 首版（规模化）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57416" y="26517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940296" y="14630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3236" y="1143000"/>
            <a:ext cx="640080" cy="640080"/>
          </a:xfrm>
          <a:prstGeom prst="ellipse">
            <a:avLst/>
          </a:prstGeom>
          <a:solidFill>
            <a:srgbClr val="7A1F1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03236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0296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回放与工程化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41464" y="24231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回放优化版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暂停续播版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+ Git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每一版都由真实卡点驱动：从“能不能有” → “能不能用” → “好不好用” → “能不能分享”。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主要迭代版本速查（共 10 版）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743200"/>
                <a:gridCol w="23774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为什么要迭代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关键产出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基础架构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项目起点；主包 2MB 限制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主包+分包；范读/跟读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合规下线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审核版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审核以声纹+范读驳回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彻底移除语音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跟读复活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跟读版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用户要保留“我要跟读”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录音 + 协议页 + 隐私链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真机打磨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跟读修复链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真机录音三连 bug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修递归/按钮/属性赋值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体验增强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三项功能版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 首无译文无搜索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停止兜底 + 译文 + 搜索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视频集成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要央视入口；搜索 403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视频按钮→修复→正片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多集结构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多集视频版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上下集需分别展示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videos 数组 + 集数卡片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 规模化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188 首版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93 首偏少；品牌化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补至 188 + 标语 + 时间线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⑨ 回放打磨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优化→暂停版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连点重叠/无停止/续播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单实例去重叠 → 暂停续播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⑩ 工程化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README+Git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要提交 GitHub 分享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.gitignore + README + 提交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WorkBuddy 的提示词（代表）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「审核失败截图…… 我想保留我要跟读功能」—— 截图 + 一句目标，把矛盾一次说清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「真机上测试，提示‘未捕获到录音’」—— 直接贴现象，AI 反查根因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「视频链接 403…… 从截图中爬取每位作者的介绍视频」—— 给错误现象 + 正确样例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「增加回放停止功能；连点出现声音重叠」—— 验收标准直接写进需求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「支持暂停回放，再次点击从暂停位置开始」—— 明确“从暂停处续播”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「上下两集入口都显示（两个按钮或更好设计也行）」—— 交权 AI，得集数卡片方案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TIPS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给提示词的优化建议（方法论）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73152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82296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39903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 + 文字 &gt; 纯文字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7099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真机/预览/UI 错位，截图让 AI 少猜 80%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886200" cy="73152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325880"/>
            <a:ext cx="82296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39903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业务约束前置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10328" y="17099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先说“个人主体/测试号”，避免整条方案返工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185416"/>
            <a:ext cx="3886200" cy="73152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85416"/>
            <a:ext cx="82296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25856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验收标准写进需求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" y="2569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如“连点不可重叠”，AI 会设计状态机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185416"/>
            <a:ext cx="3886200" cy="73152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185416"/>
            <a:ext cx="82296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25856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敢用“更好的设计也行”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10328" y="2569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给设计自由度，常得超预期方案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044952"/>
            <a:ext cx="3886200" cy="73152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44952"/>
            <a:ext cx="82296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11810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交付要 MD5 + 导入说明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" y="34290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便于多版本回滚，避免路径套层报错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044952"/>
            <a:ext cx="3886200" cy="73152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44952"/>
            <a:ext cx="82296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311810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真机带环境信息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10328" y="34290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设备/微信版本/基础库，缩短排错路径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04488"/>
            <a:ext cx="3886200" cy="73152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904488"/>
            <a:ext cx="82296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39776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复杂任务分轮推进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9808" y="42885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先方案，再逐版交付，每版带校验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9144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548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总结提升：可复用的沉淀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唐宋八大家小程序 · 项目开发总结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技术沉淀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主包 2MB：分包+懒加载+压缩三件套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原生能力坑在事件写法与权限时序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“单实例+状态机”通用防重叠范式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3ECE0"/>
          </a:solidFill>
          <a:ln w="12700">
            <a:solidFill>
              <a:srgbClr val="E3D6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协作沉淀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当全程闭环的初级工程师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“截图+约束+验收+授权”提示词公式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后续：企业主体内嵌播放/评分补全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 FACTS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彩蛋：开发中的有趣发现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3E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苏轼苏辙的“三集之谜”：央视合传实为上/中/下三集，中集一度“消失”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3E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央视接口“套娃”抓取：搜索页 403，却从专辑 JS 找到内部接口一次拉 114 条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3E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10MB 音频到“录自己”：edge-tts 生成 750 句，最后回归朴素自评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3E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vs 企业的“声纹两难”：一条合规线，分出两个产品世界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3E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“与陆歆影一起”：淡金署名让冷工具多了点人味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A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与陆歆影一起 · 按出生年代 · 品读千古文章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023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E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文档由 WorkBuddy（Hy3）基于项目记忆自动梳理生成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唐宋八大家小程序 · 项目开发总结</dc:title>
  <dc:subject>PptxGenJS Presentation</dc:subject>
  <dc:creator>WorkBuddy (Hy3)</dc:creator>
  <cp:lastModifiedBy>WorkBuddy (Hy3)</cp:lastModifiedBy>
  <cp:revision>1</cp:revision>
  <dcterms:created xsi:type="dcterms:W3CDTF">2026-07-18T10:38:24Z</dcterms:created>
  <dcterms:modified xsi:type="dcterms:W3CDTF">2026-07-18T10:38:24Z</dcterms:modified>
</cp:coreProperties>
</file>